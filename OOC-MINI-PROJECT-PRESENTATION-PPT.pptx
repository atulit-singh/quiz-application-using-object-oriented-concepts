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688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37556"/>
            <a:ext cx="16230600" cy="95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Quiz Application Using File Handling in C++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877686"/>
            <a:ext cx="16533414" cy="238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Dhruav Mathur  27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Atulit Singh  17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Ashish Ohol  28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Janshrutt Narula  20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33417" y="-1676105"/>
            <a:ext cx="8754583" cy="784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15"/>
              </a:lnSpc>
            </a:pPr>
            <a:r>
              <a:rPr lang="en-US" sz="45939" b="true">
                <a:solidFill>
                  <a:srgbClr val="FFFD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43819" y="0"/>
            <a:ext cx="12939623" cy="10287000"/>
          </a:xfrm>
          <a:custGeom>
            <a:avLst/>
            <a:gdLst/>
            <a:ahLst/>
            <a:cxnLst/>
            <a:rect r="r" b="b" t="t" l="l"/>
            <a:pathLst>
              <a:path h="10287000" w="12939623">
                <a:moveTo>
                  <a:pt x="0" y="0"/>
                </a:moveTo>
                <a:lnTo>
                  <a:pt x="12939622" y="0"/>
                </a:lnTo>
                <a:lnTo>
                  <a:pt x="129396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61874" y="3405705"/>
            <a:ext cx="4370552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b="true" sz="4600">
                <a:solidFill>
                  <a:srgbClr val="68866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54671" y="4435275"/>
            <a:ext cx="12384957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Statement: </a:t>
            </a: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In educational settings, quizzes are a common method for assessing knowledge. However, managing quizzes, tracking user scores, and allowing users to register and log in can be cumbersome without a systematic approach. 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688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06630" y="1912228"/>
            <a:ext cx="4474741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OOP Concepts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52449" y="3071252"/>
            <a:ext cx="10183102" cy="521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Classes and Objects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Encapsulation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Inheritance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Static Members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Method Overloading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Data Abstraction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1506" y="1388494"/>
            <a:ext cx="5652418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b="true" sz="4600">
                <a:solidFill>
                  <a:srgbClr val="68866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C++ Libraries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87660" y="2642486"/>
            <a:ext cx="11240109" cy="617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iostream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cstring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string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fstream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sstream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vector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algorithm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15072" y="0"/>
            <a:ext cx="12939623" cy="10287000"/>
          </a:xfrm>
          <a:custGeom>
            <a:avLst/>
            <a:gdLst/>
            <a:ahLst/>
            <a:cxnLst/>
            <a:rect r="r" b="b" t="t" l="l"/>
            <a:pathLst>
              <a:path h="10287000" w="12939623">
                <a:moveTo>
                  <a:pt x="0" y="0"/>
                </a:moveTo>
                <a:lnTo>
                  <a:pt x="12939623" y="0"/>
                </a:lnTo>
                <a:lnTo>
                  <a:pt x="129396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88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50558" y="3787810"/>
            <a:ext cx="5186883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Tasks Performed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5149" y="5036150"/>
            <a:ext cx="1661770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Students:</a:t>
            </a:r>
            <a:r>
              <a:rPr lang="en-US" sz="27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 Registration, Login, Taking a quiz, View scores, View student details, View leader board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26134" y="5958170"/>
            <a:ext cx="1383573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Admin: </a:t>
            </a:r>
            <a:r>
              <a:rPr lang="en-US" sz="2700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Login, Add questions, View scores, View leader board, Remove questions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5072" y="0"/>
            <a:ext cx="12939623" cy="10287000"/>
          </a:xfrm>
          <a:custGeom>
            <a:avLst/>
            <a:gdLst/>
            <a:ahLst/>
            <a:cxnLst/>
            <a:rect r="r" b="b" t="t" l="l"/>
            <a:pathLst>
              <a:path h="10287000" w="12939623">
                <a:moveTo>
                  <a:pt x="0" y="0"/>
                </a:moveTo>
                <a:lnTo>
                  <a:pt x="12939623" y="0"/>
                </a:lnTo>
                <a:lnTo>
                  <a:pt x="129396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9620" y="896247"/>
            <a:ext cx="6791148" cy="8464227"/>
          </a:xfrm>
          <a:custGeom>
            <a:avLst/>
            <a:gdLst/>
            <a:ahLst/>
            <a:cxnLst/>
            <a:rect r="r" b="b" t="t" l="l"/>
            <a:pathLst>
              <a:path h="8464227" w="6791148">
                <a:moveTo>
                  <a:pt x="0" y="0"/>
                </a:moveTo>
                <a:lnTo>
                  <a:pt x="6791148" y="0"/>
                </a:lnTo>
                <a:lnTo>
                  <a:pt x="6791148" y="8464227"/>
                </a:lnTo>
                <a:lnTo>
                  <a:pt x="0" y="8464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30878" y="896247"/>
            <a:ext cx="6791148" cy="8464227"/>
          </a:xfrm>
          <a:custGeom>
            <a:avLst/>
            <a:gdLst/>
            <a:ahLst/>
            <a:cxnLst/>
            <a:rect r="r" b="b" t="t" l="l"/>
            <a:pathLst>
              <a:path h="8464227" w="6791148">
                <a:moveTo>
                  <a:pt x="0" y="0"/>
                </a:moveTo>
                <a:lnTo>
                  <a:pt x="6791148" y="0"/>
                </a:lnTo>
                <a:lnTo>
                  <a:pt x="6791148" y="8464227"/>
                </a:lnTo>
                <a:lnTo>
                  <a:pt x="0" y="8464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88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5300" y="784687"/>
            <a:ext cx="6791611" cy="8473613"/>
          </a:xfrm>
          <a:custGeom>
            <a:avLst/>
            <a:gdLst/>
            <a:ahLst/>
            <a:cxnLst/>
            <a:rect r="r" b="b" t="t" l="l"/>
            <a:pathLst>
              <a:path h="8473613" w="6791611">
                <a:moveTo>
                  <a:pt x="0" y="0"/>
                </a:moveTo>
                <a:lnTo>
                  <a:pt x="6791611" y="0"/>
                </a:lnTo>
                <a:lnTo>
                  <a:pt x="6791611" y="8473613"/>
                </a:lnTo>
                <a:lnTo>
                  <a:pt x="0" y="8473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587727" y="778478"/>
            <a:ext cx="6787030" cy="8476717"/>
          </a:xfrm>
          <a:custGeom>
            <a:avLst/>
            <a:gdLst/>
            <a:ahLst/>
            <a:cxnLst/>
            <a:rect r="r" b="b" t="t" l="l"/>
            <a:pathLst>
              <a:path h="8476717" w="6787030">
                <a:moveTo>
                  <a:pt x="0" y="0"/>
                </a:moveTo>
                <a:lnTo>
                  <a:pt x="6787030" y="0"/>
                </a:lnTo>
                <a:lnTo>
                  <a:pt x="6787030" y="8476717"/>
                </a:lnTo>
                <a:lnTo>
                  <a:pt x="0" y="8476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5072" y="0"/>
            <a:ext cx="12939623" cy="10287000"/>
          </a:xfrm>
          <a:custGeom>
            <a:avLst/>
            <a:gdLst/>
            <a:ahLst/>
            <a:cxnLst/>
            <a:rect r="r" b="b" t="t" l="l"/>
            <a:pathLst>
              <a:path h="10287000" w="12939623">
                <a:moveTo>
                  <a:pt x="0" y="0"/>
                </a:moveTo>
                <a:lnTo>
                  <a:pt x="12939623" y="0"/>
                </a:lnTo>
                <a:lnTo>
                  <a:pt x="129396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6275" y="834946"/>
            <a:ext cx="6791329" cy="8423354"/>
          </a:xfrm>
          <a:custGeom>
            <a:avLst/>
            <a:gdLst/>
            <a:ahLst/>
            <a:cxnLst/>
            <a:rect r="r" b="b" t="t" l="l"/>
            <a:pathLst>
              <a:path h="8423354" w="6791329">
                <a:moveTo>
                  <a:pt x="0" y="0"/>
                </a:moveTo>
                <a:lnTo>
                  <a:pt x="6791329" y="0"/>
                </a:lnTo>
                <a:lnTo>
                  <a:pt x="6791329" y="8423354"/>
                </a:lnTo>
                <a:lnTo>
                  <a:pt x="0" y="842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688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3621" y="2917321"/>
            <a:ext cx="3440757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7625" y="3971159"/>
            <a:ext cx="15452750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GEEKSFORGEEKS : https://www.geeksforgeeks.org/object-oriented-programming-in-cpp/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W3SCHOOLS: https://w3schools.com/cpp/cpp_oop.asp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PPTS OF OBJECT ORIENTED IN C++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DF7"/>
                </a:solidFill>
                <a:latin typeface="Montserrat"/>
                <a:ea typeface="Montserrat"/>
                <a:cs typeface="Montserrat"/>
                <a:sym typeface="Montserrat"/>
              </a:rPr>
              <a:t> Stack Overflow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80568" y="3658991"/>
            <a:ext cx="3633794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68866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7665" y="4658239"/>
            <a:ext cx="12039600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By utilizing file handling for data persistence, the application provides a seamless experience for both users and administrators. 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688662"/>
                </a:solidFill>
                <a:latin typeface="Montserrat"/>
                <a:ea typeface="Montserrat"/>
                <a:cs typeface="Montserrat"/>
                <a:sym typeface="Montserrat"/>
              </a:rPr>
              <a:t>This project not only addresses the problem of managing quizzes but also serves as a practical example of applying OOP concepts in C++.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15072" y="0"/>
            <a:ext cx="12939623" cy="10287000"/>
          </a:xfrm>
          <a:custGeom>
            <a:avLst/>
            <a:gdLst/>
            <a:ahLst/>
            <a:cxnLst/>
            <a:rect r="r" b="b" t="t" l="l"/>
            <a:pathLst>
              <a:path h="10287000" w="12939623">
                <a:moveTo>
                  <a:pt x="0" y="0"/>
                </a:moveTo>
                <a:lnTo>
                  <a:pt x="12939623" y="0"/>
                </a:lnTo>
                <a:lnTo>
                  <a:pt x="129396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DAGT2oHjiz0</dc:identifier>
  <dcterms:modified xsi:type="dcterms:W3CDTF">2011-08-01T06:04:30Z</dcterms:modified>
  <cp:revision>1</cp:revision>
  <dc:title>dhruav presentation</dc:title>
</cp:coreProperties>
</file>